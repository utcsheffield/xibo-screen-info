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A5B7-8E73-1D0A-7125-079152FA1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6D4203-2362-8C41-653C-738D8519B5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563F77-C439-D238-3B72-B363CB2E5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2CD54-E48E-6AFD-5295-B372A52DD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6F1A3-BCAB-E680-4C34-1067E7DCE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81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31B14-8DB7-EF58-FAC1-AEA2B4557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A0692-B0C1-7845-7B8B-46A66F282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8597D-234C-BA20-0AD3-EE4A65681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29008-2BA9-BF13-7094-8FAA215B8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10511E-04F0-1AA1-FC39-F959E55A3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3268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E2220-4B5E-B7EC-E638-B661CC264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1A0A4-4EAE-BD40-5F53-83D2B66819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3B7E3-306E-54C5-3E7A-7CEEBF320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0CAB2-8A1D-E6C9-E1B3-BDB8F80E7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3A9AB9-E70A-F15C-7DA8-DA19C96F1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127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FA6AF-5FCC-15A9-F6CA-7CD50D092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1CFFB7-59D7-42BB-7EAF-B7BCA8A8C1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BDBED-1E31-DA0B-6BE8-430B0C4C89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DF9A93-E3FE-5505-6D5F-BF2798B78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7BD566-1F35-97D4-5C00-9D6A2D321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926D3-0F57-18E7-2BF1-4C84E94C3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3581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8E6EA-5C73-0B1B-007E-3152FAF18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89047-2CE4-DDF5-2DE6-A56C698C9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593BD-FDB1-494C-CEAD-93627FB49E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5F6D5A-E483-F379-9134-103F0150E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70D421-BC82-769F-BA10-4F9E70D777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60FB57-7155-DE7C-A3C1-853D6018D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939A06-1432-6FCB-9417-8AF052E9C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C373D1-5E3E-86DD-2DC3-6EA503C8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8293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3C215-4974-E490-1572-F7F740A8D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F3DA72-1D42-5523-36FF-85D59DBD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6D4A6-5449-94A9-4E55-2698958D2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B4A216-200B-ADA2-A18D-AA8ADBBAA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086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6FC217-B20A-48DF-210D-FD7B76DF0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AD33F6-EBA4-ADF1-E3D0-477E67F34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047497-3B4A-82F0-CDE1-07A6701DD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880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555E-BD90-9FE1-FA24-662AFB112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0EFAA-2917-6545-9AA7-3B0B12A27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7655E8-1AD9-20F2-670C-E1F899AA34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279211-5FD5-16C8-1C63-17CAA9E6E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FDBF36-5E9A-05DD-5C8A-324133002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0DAE18-410A-EFD4-1316-D472C15DC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12783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F8B4-38B4-518A-B7AB-DB6AB8A9C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E8FE79-B31C-9DB7-9D79-A5E0C7E0AD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F4A6DD-9219-B5B2-6091-E61151F14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EC7A0F-FE88-360F-CCE7-DD00A7B7A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CE00D-0772-FFD9-736A-27553D53E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AFBB2-7D15-97BB-0DF2-8516CD3E7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1699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83977-CAAD-0C29-64F7-04F62B76E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677F0B-CA99-244C-2E28-1A113B53B7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229AA-F1B0-4D0B-9F41-1A2C8C9DE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268ACF-3DC6-6943-A314-9FBB73FC5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7D715-CC11-E557-2641-72EE56445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890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C0EC5-8DD3-B90C-2844-4FC87BEC3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AB4785-95D5-A179-FE62-BDF55F337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0A436-510D-A292-1C13-542C8DA9A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77A94-1489-B722-6F42-DA4D7707A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FD496A-4488-4787-2684-EA0E5F961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45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55812E-17A5-2314-8301-254493885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CAE56B-1D34-BC14-5D5E-14AF60705F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370B46-9667-C15A-8945-C2C33B409F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5DB84A-BCC4-4A6A-8B15-591E41124C8A}" type="datetimeFigureOut">
              <a:rPr lang="en-GB" smtClean="0"/>
              <a:t>26/11/2025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764858-5439-6052-F5BB-D2972FE4E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38F53B-B0B3-A649-07B0-7681CFF72E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58E951-6339-475E-ACEF-47300209C8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483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9EBB-42B0-B3FC-E41B-21A8B5690E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3041"/>
            <a:ext cx="9144000" cy="680719"/>
          </a:xfrm>
        </p:spPr>
        <p:txBody>
          <a:bodyPr>
            <a:normAutofit fontScale="90000"/>
          </a:bodyPr>
          <a:lstStyle/>
          <a:p>
            <a:r>
              <a:rPr lang="en-GB" dirty="0"/>
              <a:t>Football fixtures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8C4F05-41E5-3691-F4E1-77AFFECB94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5920" y="873760"/>
            <a:ext cx="11440160" cy="5892800"/>
          </a:xfrm>
        </p:spPr>
        <p:txBody>
          <a:bodyPr>
            <a:normAutofit fontScale="92500" lnSpcReduction="10000"/>
          </a:bodyPr>
          <a:lstStyle/>
          <a:p>
            <a:r>
              <a:rPr lang="en-GB" b="1" dirty="0"/>
              <a:t>Y9</a:t>
            </a:r>
          </a:p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Oct v </a:t>
            </a:r>
            <a:r>
              <a:rPr lang="en-GB" dirty="0" err="1"/>
              <a:t>Tapton</a:t>
            </a:r>
            <a:r>
              <a:rPr lang="en-GB" dirty="0"/>
              <a:t> (Home)</a:t>
            </a:r>
            <a:r>
              <a:rPr lang="en-GB" b="1" dirty="0"/>
              <a:t>Win</a:t>
            </a:r>
          </a:p>
          <a:p>
            <a:r>
              <a:rPr lang="en-GB" dirty="0"/>
              <a:t>Parkwood TBA</a:t>
            </a:r>
          </a:p>
          <a:p>
            <a:r>
              <a:rPr lang="en-GB" dirty="0"/>
              <a:t>5</a:t>
            </a:r>
            <a:r>
              <a:rPr lang="en-GB" baseline="30000" dirty="0"/>
              <a:t>th</a:t>
            </a:r>
            <a:r>
              <a:rPr lang="en-GB" dirty="0"/>
              <a:t> Nov - Fir Vale (Home)</a:t>
            </a:r>
            <a:r>
              <a:rPr lang="en-GB" b="1" dirty="0"/>
              <a:t>Win</a:t>
            </a:r>
          </a:p>
          <a:p>
            <a:r>
              <a:rPr lang="en-GB" dirty="0"/>
              <a:t>7</a:t>
            </a:r>
            <a:r>
              <a:rPr lang="en-GB" baseline="30000" dirty="0"/>
              <a:t>th</a:t>
            </a:r>
            <a:r>
              <a:rPr lang="en-GB" dirty="0"/>
              <a:t> Oct v Hinde House(Home)</a:t>
            </a:r>
          </a:p>
          <a:p>
            <a:r>
              <a:rPr lang="en-GB" b="1" dirty="0"/>
              <a:t>Y10</a:t>
            </a:r>
          </a:p>
          <a:p>
            <a:r>
              <a:rPr lang="en-GB" dirty="0"/>
              <a:t>18</a:t>
            </a:r>
            <a:r>
              <a:rPr lang="en-GB" baseline="30000" dirty="0"/>
              <a:t>th</a:t>
            </a:r>
            <a:r>
              <a:rPr lang="en-GB" dirty="0"/>
              <a:t> Sept v Outwood (Home) </a:t>
            </a:r>
            <a:r>
              <a:rPr lang="en-GB" b="1" dirty="0"/>
              <a:t>Draw</a:t>
            </a:r>
          </a:p>
          <a:p>
            <a:r>
              <a:rPr lang="en-GB" dirty="0"/>
              <a:t>9</a:t>
            </a:r>
            <a:r>
              <a:rPr lang="en-GB" baseline="30000" dirty="0"/>
              <a:t>th</a:t>
            </a:r>
            <a:r>
              <a:rPr lang="en-GB" dirty="0"/>
              <a:t> Oct v Notre Dame (Home) </a:t>
            </a:r>
            <a:r>
              <a:rPr lang="en-GB" b="1" dirty="0"/>
              <a:t>Win</a:t>
            </a:r>
          </a:p>
          <a:p>
            <a:r>
              <a:rPr lang="en-GB" dirty="0"/>
              <a:t>UTC City TBA</a:t>
            </a:r>
          </a:p>
          <a:p>
            <a:r>
              <a:rPr lang="en-GB" dirty="0"/>
              <a:t>17</a:t>
            </a:r>
            <a:r>
              <a:rPr lang="en-GB" baseline="30000" dirty="0"/>
              <a:t>th</a:t>
            </a:r>
            <a:r>
              <a:rPr lang="en-GB" dirty="0"/>
              <a:t> Nov v Ecclesfield (Cup - Away)</a:t>
            </a:r>
            <a:r>
              <a:rPr lang="en-GB" b="1" dirty="0"/>
              <a:t>Lost</a:t>
            </a:r>
          </a:p>
          <a:p>
            <a:r>
              <a:rPr lang="en-GB" b="1" dirty="0"/>
              <a:t>Y11</a:t>
            </a:r>
            <a:endParaRPr lang="en-GB" dirty="0"/>
          </a:p>
          <a:p>
            <a:r>
              <a:rPr lang="en-GB" dirty="0"/>
              <a:t>25</a:t>
            </a:r>
            <a:r>
              <a:rPr lang="en-GB" baseline="30000" dirty="0"/>
              <a:t>th</a:t>
            </a:r>
            <a:r>
              <a:rPr lang="en-GB" dirty="0"/>
              <a:t> Nov v Birley (Home</a:t>
            </a:r>
            <a:r>
              <a:rPr lang="en-GB"/>
              <a:t>) Cancelled TBA</a:t>
            </a:r>
            <a:endParaRPr lang="en-GB" dirty="0"/>
          </a:p>
          <a:p>
            <a:r>
              <a:rPr lang="en-GB" dirty="0"/>
              <a:t>11</a:t>
            </a:r>
            <a:r>
              <a:rPr lang="en-GB" baseline="30000" dirty="0"/>
              <a:t>th</a:t>
            </a:r>
            <a:r>
              <a:rPr lang="en-GB" dirty="0"/>
              <a:t> Nov v Newfield (Home) </a:t>
            </a:r>
            <a:r>
              <a:rPr lang="en-GB" b="1" dirty="0"/>
              <a:t>Win</a:t>
            </a:r>
          </a:p>
          <a:p>
            <a:r>
              <a:rPr lang="en-GB" dirty="0"/>
              <a:t>18</a:t>
            </a:r>
            <a:r>
              <a:rPr lang="en-GB" baseline="30000" dirty="0"/>
              <a:t>th</a:t>
            </a:r>
            <a:r>
              <a:rPr lang="en-GB" dirty="0"/>
              <a:t> Nov v Chaucer (Home) </a:t>
            </a:r>
            <a:r>
              <a:rPr lang="en-GB" b="1" dirty="0"/>
              <a:t>Win</a:t>
            </a:r>
          </a:p>
          <a:p>
            <a:r>
              <a:rPr lang="en-GB" dirty="0"/>
              <a:t>2</a:t>
            </a:r>
            <a:r>
              <a:rPr lang="en-GB" baseline="30000" dirty="0"/>
              <a:t>nd</a:t>
            </a:r>
            <a:r>
              <a:rPr lang="en-GB" dirty="0"/>
              <a:t> Dec v King Egberts (Home)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5A483F-125D-54C6-6CED-88636E134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6775" y="1900555"/>
            <a:ext cx="3143250" cy="3009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A40F0F-27B7-B97F-B299-88640CC768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85" y="1900555"/>
            <a:ext cx="3490541" cy="325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24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29260</TotalTime>
  <Words>95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Football fixtures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 Curry</dc:creator>
  <cp:lastModifiedBy>Martyn Eggleton</cp:lastModifiedBy>
  <cp:revision>16</cp:revision>
  <cp:lastPrinted>2025-09-17T08:15:10Z</cp:lastPrinted>
  <dcterms:created xsi:type="dcterms:W3CDTF">2025-09-15T14:09:15Z</dcterms:created>
  <dcterms:modified xsi:type="dcterms:W3CDTF">2025-11-26T11:26:25Z</dcterms:modified>
</cp:coreProperties>
</file>